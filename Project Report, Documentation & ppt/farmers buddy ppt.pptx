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61" r:id="rId4"/>
    <p:sldId id="258" r:id="rId5"/>
    <p:sldId id="259" r:id="rId6"/>
    <p:sldId id="262" r:id="rId7"/>
    <p:sldId id="263" r:id="rId8"/>
    <p:sldId id="264" r:id="rId9"/>
    <p:sldId id="265" r:id="rId10"/>
    <p:sldId id="266" r:id="rId11"/>
    <p:sldId id="260" r:id="rId12"/>
    <p:sldId id="272" r:id="rId13"/>
    <p:sldId id="271" r:id="rId14"/>
    <p:sldId id="273" r:id="rId15"/>
    <p:sldId id="274" r:id="rId16"/>
    <p:sldId id="275" r:id="rId17"/>
    <p:sldId id="276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90" d="100"/>
          <a:sy n="90" d="100"/>
        </p:scale>
        <p:origin x="-588" y="24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4E7ECF-D2AB-4FC3-B64F-537E1BC15BCF}" type="datetimeFigureOut">
              <a:rPr lang="en-US" smtClean="0"/>
              <a:pPr/>
              <a:t>4/12/2010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2B0F9B-63D3-45A5-97E0-AB90ADD988E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2B0F9B-63D3-45A5-97E0-AB90ADD988E1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71EF-104A-4DC0-8C55-2828045B851D}" type="datetimeFigureOut">
              <a:rPr lang="en-US" smtClean="0"/>
              <a:pPr/>
              <a:t>4/12/2010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20F49-7B92-4953-B828-58FB111A1C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71EF-104A-4DC0-8C55-2828045B851D}" type="datetimeFigureOut">
              <a:rPr lang="en-US" smtClean="0"/>
              <a:pPr/>
              <a:t>4/12/2010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20F49-7B92-4953-B828-58FB111A1C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71EF-104A-4DC0-8C55-2828045B851D}" type="datetimeFigureOut">
              <a:rPr lang="en-US" smtClean="0"/>
              <a:pPr/>
              <a:t>4/12/2010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20F49-7B92-4953-B828-58FB111A1C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71EF-104A-4DC0-8C55-2828045B851D}" type="datetimeFigureOut">
              <a:rPr lang="en-US" smtClean="0"/>
              <a:pPr/>
              <a:t>4/12/2010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20F49-7B92-4953-B828-58FB111A1C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71EF-104A-4DC0-8C55-2828045B851D}" type="datetimeFigureOut">
              <a:rPr lang="en-US" smtClean="0"/>
              <a:pPr/>
              <a:t>4/12/2010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20F49-7B92-4953-B828-58FB111A1C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71EF-104A-4DC0-8C55-2828045B851D}" type="datetimeFigureOut">
              <a:rPr lang="en-US" smtClean="0"/>
              <a:pPr/>
              <a:t>4/12/2010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20F49-7B92-4953-B828-58FB111A1C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71EF-104A-4DC0-8C55-2828045B851D}" type="datetimeFigureOut">
              <a:rPr lang="en-US" smtClean="0"/>
              <a:pPr/>
              <a:t>4/12/2010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20F49-7B92-4953-B828-58FB111A1C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71EF-104A-4DC0-8C55-2828045B851D}" type="datetimeFigureOut">
              <a:rPr lang="en-US" smtClean="0"/>
              <a:pPr/>
              <a:t>4/12/2010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20F49-7B92-4953-B828-58FB111A1C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71EF-104A-4DC0-8C55-2828045B851D}" type="datetimeFigureOut">
              <a:rPr lang="en-US" smtClean="0"/>
              <a:pPr/>
              <a:t>4/12/2010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C2720F49-7B92-4953-B828-58FB111A1C0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71EF-104A-4DC0-8C55-2828045B851D}" type="datetimeFigureOut">
              <a:rPr lang="en-US" smtClean="0"/>
              <a:pPr/>
              <a:t>4/12/2010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20F49-7B92-4953-B828-58FB111A1C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971EF-104A-4DC0-8C55-2828045B851D}" type="datetimeFigureOut">
              <a:rPr lang="en-US" smtClean="0"/>
              <a:pPr/>
              <a:t>4/12/2010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20F49-7B92-4953-B828-58FB111A1C0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1A971EF-104A-4DC0-8C55-2828045B851D}" type="datetimeFigureOut">
              <a:rPr lang="en-US" smtClean="0"/>
              <a:pPr/>
              <a:t>4/12/2010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2720F49-7B92-4953-B828-58FB111A1C0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05000" y="838200"/>
            <a:ext cx="4699526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sz="32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40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FARMERS BUDDY</a:t>
            </a:r>
            <a:endParaRPr lang="en-US" sz="4000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105400" y="2971800"/>
            <a:ext cx="17876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chemeClr val="accent6">
                    <a:lumMod val="50000"/>
                  </a:schemeClr>
                </a:solidFill>
              </a:rPr>
              <a:t>E.Shailini</a:t>
            </a:r>
            <a:endParaRPr lang="en-US" dirty="0" smtClean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dirty="0" err="1" smtClean="0">
                <a:solidFill>
                  <a:schemeClr val="accent6">
                    <a:lumMod val="50000"/>
                  </a:schemeClr>
                </a:solidFill>
              </a:rPr>
              <a:t>K.N.M.R.L.Priya</a:t>
            </a:r>
            <a:endParaRPr lang="en-US" dirty="0" smtClean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dirty="0" err="1" smtClean="0">
                <a:solidFill>
                  <a:schemeClr val="accent6">
                    <a:lumMod val="50000"/>
                  </a:schemeClr>
                </a:solidFill>
              </a:rPr>
              <a:t>M.Sowmya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28800" y="4267200"/>
            <a:ext cx="541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Under the </a:t>
            </a:r>
            <a:r>
              <a:rPr lang="en-US" dirty="0" err="1" smtClean="0">
                <a:solidFill>
                  <a:schemeClr val="accent6">
                    <a:lumMod val="50000"/>
                  </a:schemeClr>
                </a:solidFill>
              </a:rPr>
              <a:t>guidence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 of   </a:t>
            </a:r>
            <a:r>
              <a:rPr lang="en-US" dirty="0" err="1" smtClean="0">
                <a:solidFill>
                  <a:schemeClr val="accent6">
                    <a:lumMod val="50000"/>
                  </a:schemeClr>
                </a:solidFill>
              </a:rPr>
              <a:t>Ms.D.Sasi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6">
                    <a:lumMod val="50000"/>
                  </a:schemeClr>
                </a:solidFill>
              </a:rPr>
              <a:t>Rekha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  </a:t>
            </a:r>
            <a:r>
              <a:rPr lang="en-US" sz="800" dirty="0" err="1" smtClean="0">
                <a:solidFill>
                  <a:schemeClr val="accent6">
                    <a:lumMod val="50000"/>
                  </a:schemeClr>
                </a:solidFill>
              </a:rPr>
              <a:t>M.Tech</a:t>
            </a:r>
            <a:endParaRPr lang="en-US" sz="800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90800" y="1219200"/>
            <a:ext cx="30719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              </a:t>
            </a: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sz="2800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8017" y="2133600"/>
            <a:ext cx="7868501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This is the agricultural portal which provides solutions to small farmers and </a:t>
            </a:r>
          </a:p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agricultural students.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It also helps the NGO’s to get valuable information regarding soil and 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fertilizers  and also crops.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It also helps the agricultural students to get  practical information regarding 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various crops.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It also helps the farmers through ngo’s to get information regarding soil, crops 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in awareness programs being conducted in villages. </a:t>
            </a:r>
          </a:p>
          <a:p>
            <a:pPr marL="342900" indent="-342900"/>
            <a:endParaRPr lang="en-US" dirty="0" smtClean="0">
              <a:solidFill>
                <a:schemeClr val="accent6">
                  <a:lumMod val="50000"/>
                </a:schemeClr>
              </a:solidFill>
            </a:endParaRPr>
          </a:p>
          <a:p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685800"/>
            <a:ext cx="8001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                         </a:t>
            </a:r>
          </a:p>
          <a:p>
            <a:r>
              <a:rPr lang="en-US" sz="2800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                          Objective</a:t>
            </a:r>
          </a:p>
          <a:p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       </a:t>
            </a:r>
          </a:p>
          <a:p>
            <a:endParaRPr lang="en-US" sz="2800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09800" y="1371600"/>
            <a:ext cx="1066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85800" y="2133600"/>
            <a:ext cx="821891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The main objective of the project is to provide information to the farmers and </a:t>
            </a:r>
          </a:p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agricultural students.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It provides better solutions for farmers in providing the information regarding soils,</a:t>
            </a:r>
          </a:p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fertilizers.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It helps the users in getting training regarding various technologies that can be used </a:t>
            </a:r>
          </a:p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in farming. 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895600" y="838200"/>
            <a:ext cx="26157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Existing System</a:t>
            </a:r>
            <a:endParaRPr lang="en-US" sz="2800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1600200"/>
            <a:ext cx="7872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Complexity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in managing the data related to agricultural products , soils, fertilizers,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nd market details 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2000" y="2667000"/>
            <a:ext cx="8153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Lack of security</a:t>
            </a:r>
          </a:p>
          <a:p>
            <a:pPr>
              <a:buFont typeface="Arial" pitchFamily="34" charset="0"/>
              <a:buChar char="•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This system doesn’t provide category wise classification of products.</a:t>
            </a:r>
          </a:p>
          <a:p>
            <a:pPr>
              <a:buFont typeface="Arial" pitchFamily="34" charset="0"/>
              <a:buChar char="•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Inefficiency in querying details.</a:t>
            </a:r>
          </a:p>
          <a:p>
            <a:pPr>
              <a:buFont typeface="Arial" pitchFamily="34" charset="0"/>
              <a:buChar char="•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Periodic report generation takes lot of time  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38400" y="0"/>
            <a:ext cx="36551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           </a:t>
            </a:r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Proposed System</a:t>
            </a:r>
            <a:endParaRPr lang="en-US" sz="2800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3118" y="990600"/>
            <a:ext cx="88408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development of this new  system contains the following activities, which try to automate 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he entire process keeping in the view of database integration approach.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3400" y="1752600"/>
            <a:ext cx="875117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  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Reduce complexity in managing the data related to agricultural products , soils, 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fertilizers, market details.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Current system provides different access levels for security.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Rich user interface is provided in order to interact with application.</a:t>
            </a:r>
          </a:p>
          <a:p>
            <a:pPr>
              <a:buFont typeface="Arial" pitchFamily="34" charset="0"/>
              <a:buChar char="•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Reports are generated dynamically on a periodic basis.</a:t>
            </a:r>
          </a:p>
          <a:p>
            <a:pPr>
              <a:buFont typeface="Arial" pitchFamily="34" charset="0"/>
              <a:buChar char="•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Efficiency in querying details.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User queries and answers are maintained.</a:t>
            </a:r>
          </a:p>
          <a:p>
            <a:pPr algn="r"/>
            <a:endParaRPr lang="en-US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295400"/>
          </a:xfrm>
        </p:spPr>
        <p:txBody>
          <a:bodyPr>
            <a:normAutofit/>
          </a:bodyPr>
          <a:lstStyle/>
          <a:p>
            <a:pPr algn="ctr"/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Specific Requirements</a:t>
            </a:r>
            <a:endParaRPr lang="en-US" sz="2800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 flipH="1">
            <a:off x="457200" y="2133600"/>
            <a:ext cx="868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Functional Requirements:</a:t>
            </a:r>
            <a:endParaRPr lang="en-US" sz="2400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0600" y="2514600"/>
            <a:ext cx="8686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endParaRPr lang="en-US" dirty="0" smtClean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Individual  profile management for all kinds of users.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Basic soil analysis for all regions and suggestions on which fertilizers to use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where and how much? Which crop, herb or vegetable can be grown where and 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in which season?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Online query handlings for all users. Queries can be directed to a particular 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officer.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Officers/</a:t>
            </a:r>
            <a:r>
              <a:rPr lang="en-US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ngo’s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can schedule trainings and publish it online.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Facilitate communication between user and general public  through mails.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Information about major crop markets and their current price for crop should be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published daily.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Information pages should be dynamic .</a:t>
            </a:r>
          </a:p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</a:t>
            </a:r>
          </a:p>
          <a:p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3600"/>
            <a:ext cx="8229600" cy="4389120"/>
          </a:xfrm>
          <a:ln>
            <a:noFill/>
          </a:ln>
        </p:spPr>
        <p:txBody>
          <a:bodyPr>
            <a:normAutofit/>
          </a:bodyPr>
          <a:lstStyle/>
          <a:p>
            <a:pPr>
              <a:buNone/>
            </a:pPr>
            <a:endParaRPr lang="en-US" sz="1800" dirty="0" smtClean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ClrTx/>
              <a:buFont typeface="Arial" pitchFamily="34" charset="0"/>
              <a:buChar char="•"/>
            </a:pPr>
            <a:r>
              <a:rPr lang="en-US" sz="18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Secure access of confidential data(user’s details).</a:t>
            </a:r>
          </a:p>
          <a:p>
            <a:pPr>
              <a:buClr>
                <a:schemeClr val="accent6">
                  <a:lumMod val="50000"/>
                </a:schemeClr>
              </a:buClr>
              <a:buFont typeface="Arial" pitchFamily="34" charset="0"/>
              <a:buChar char="•"/>
            </a:pPr>
            <a:r>
              <a:rPr lang="en-US" sz="18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Better component design to get better performance at peak time.</a:t>
            </a:r>
          </a:p>
          <a:p>
            <a:pPr>
              <a:buClr>
                <a:schemeClr val="accent6">
                  <a:lumMod val="50000"/>
                </a:schemeClr>
              </a:buClr>
              <a:buFont typeface="Arial" pitchFamily="34" charset="0"/>
              <a:buChar char="•"/>
            </a:pPr>
            <a:r>
              <a:rPr lang="en-US" sz="18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Flexible service based architecture will be highly desirable for future extension.</a:t>
            </a:r>
          </a:p>
          <a:p>
            <a:pPr>
              <a:buNone/>
            </a:pPr>
            <a:r>
              <a:rPr lang="en-US" sz="18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endParaRPr lang="en-US" sz="1800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Non Functional Requirements:</a:t>
            </a:r>
            <a:endParaRPr lang="en-US" sz="2400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3657600"/>
            <a:ext cx="7543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User Interface Requirements:</a:t>
            </a:r>
            <a:endParaRPr lang="en-US" sz="2400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4495800"/>
            <a:ext cx="7543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  Professional look and feel.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  Browser testing and support for IE.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  Reports exportable in .XLS, or any other desirable format.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14600" y="533400"/>
            <a:ext cx="4800600" cy="60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457200" y="990600"/>
            <a:ext cx="30826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Use Case Diagram:</a:t>
            </a:r>
            <a:endParaRPr lang="en-US" sz="2800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914400"/>
            <a:ext cx="6858001" cy="624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685800" y="685800"/>
            <a:ext cx="24048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Class Diagram:</a:t>
            </a:r>
            <a:endParaRPr lang="en-US" sz="2800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1028" name="Group 4"/>
          <p:cNvGrpSpPr>
            <a:grpSpLocks noChangeAspect="1"/>
          </p:cNvGrpSpPr>
          <p:nvPr/>
        </p:nvGrpSpPr>
        <p:grpSpPr bwMode="auto">
          <a:xfrm>
            <a:off x="1371600" y="1676400"/>
            <a:ext cx="6334125" cy="4394200"/>
            <a:chOff x="2527" y="97"/>
            <a:chExt cx="8313" cy="5932"/>
          </a:xfrm>
        </p:grpSpPr>
        <p:sp>
          <p:nvSpPr>
            <p:cNvPr id="1048" name="AutoShape 24"/>
            <p:cNvSpPr>
              <a:spLocks noChangeAspect="1" noChangeArrowheads="1" noTextEdit="1"/>
            </p:cNvSpPr>
            <p:nvPr/>
          </p:nvSpPr>
          <p:spPr bwMode="auto">
            <a:xfrm>
              <a:off x="2527" y="97"/>
              <a:ext cx="8313" cy="5932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7" name="AutoShape 23"/>
            <p:cNvSpPr>
              <a:spLocks noChangeArrowheads="1"/>
            </p:cNvSpPr>
            <p:nvPr/>
          </p:nvSpPr>
          <p:spPr bwMode="auto">
            <a:xfrm>
              <a:off x="2677" y="1177"/>
              <a:ext cx="750" cy="1920"/>
            </a:xfrm>
            <a:prstGeom prst="flowChartAlternate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Calibri" pitchFamily="34" charset="0"/>
                  <a:cs typeface="Calibri" pitchFamily="34" charset="0"/>
                </a:rPr>
                <a:t>Web client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046" name="AutoShape 22"/>
            <p:cNvSpPr>
              <a:spLocks noChangeArrowheads="1"/>
            </p:cNvSpPr>
            <p:nvPr/>
          </p:nvSpPr>
          <p:spPr bwMode="auto">
            <a:xfrm>
              <a:off x="4027" y="406"/>
              <a:ext cx="4950" cy="4011"/>
            </a:xfrm>
            <a:prstGeom prst="flowChartAlternate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5" name="AutoShape 21"/>
            <p:cNvSpPr>
              <a:spLocks noChangeArrowheads="1"/>
            </p:cNvSpPr>
            <p:nvPr/>
          </p:nvSpPr>
          <p:spPr bwMode="auto">
            <a:xfrm>
              <a:off x="4477" y="1023"/>
              <a:ext cx="1650" cy="702"/>
            </a:xfrm>
            <a:prstGeom prst="flowChartAlternate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Calibri" pitchFamily="34" charset="0"/>
                  <a:cs typeface="Calibri" pitchFamily="34" charset="0"/>
                </a:rPr>
                <a:t>Http servlet request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044" name="AutoShape 20"/>
            <p:cNvSpPr>
              <a:spLocks noChangeArrowheads="1"/>
            </p:cNvSpPr>
            <p:nvPr/>
          </p:nvSpPr>
          <p:spPr bwMode="auto">
            <a:xfrm>
              <a:off x="4477" y="2566"/>
              <a:ext cx="1650" cy="771"/>
            </a:xfrm>
            <a:prstGeom prst="flowChartAlternate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Calibri" pitchFamily="34" charset="0"/>
                  <a:cs typeface="Calibri" pitchFamily="34" charset="0"/>
                </a:rPr>
                <a:t>Http servlet response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043" name="AutoShape 19"/>
            <p:cNvSpPr>
              <a:spLocks noChangeArrowheads="1"/>
            </p:cNvSpPr>
            <p:nvPr/>
          </p:nvSpPr>
          <p:spPr bwMode="auto">
            <a:xfrm>
              <a:off x="6877" y="1948"/>
              <a:ext cx="1500" cy="618"/>
            </a:xfrm>
            <a:prstGeom prst="flowChartAlternate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Calibri" pitchFamily="34" charset="0"/>
                  <a:cs typeface="Calibri" pitchFamily="34" charset="0"/>
                </a:rPr>
                <a:t>Web components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042" name="AutoShape 18"/>
            <p:cNvSpPr>
              <a:spLocks noChangeArrowheads="1"/>
            </p:cNvSpPr>
            <p:nvPr/>
          </p:nvSpPr>
          <p:spPr bwMode="auto">
            <a:xfrm>
              <a:off x="6877" y="3337"/>
              <a:ext cx="1650" cy="771"/>
            </a:xfrm>
            <a:prstGeom prst="flowChartAlternateProcess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Calibri" pitchFamily="34" charset="0"/>
                  <a:cs typeface="Calibri" pitchFamily="34" charset="0"/>
                </a:rPr>
                <a:t>Java bean components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041" name="Line 17"/>
            <p:cNvSpPr>
              <a:spLocks noChangeShapeType="1"/>
            </p:cNvSpPr>
            <p:nvPr/>
          </p:nvSpPr>
          <p:spPr bwMode="auto">
            <a:xfrm>
              <a:off x="3427" y="1486"/>
              <a:ext cx="105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40" name="Line 16"/>
            <p:cNvSpPr>
              <a:spLocks noChangeShapeType="1"/>
            </p:cNvSpPr>
            <p:nvPr/>
          </p:nvSpPr>
          <p:spPr bwMode="auto">
            <a:xfrm flipH="1">
              <a:off x="3427" y="2874"/>
              <a:ext cx="10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9" name="Line 15"/>
            <p:cNvSpPr>
              <a:spLocks noChangeShapeType="1"/>
            </p:cNvSpPr>
            <p:nvPr/>
          </p:nvSpPr>
          <p:spPr bwMode="auto">
            <a:xfrm>
              <a:off x="6127" y="1486"/>
              <a:ext cx="750" cy="4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8" name="Line 14"/>
            <p:cNvSpPr>
              <a:spLocks noChangeShapeType="1"/>
            </p:cNvSpPr>
            <p:nvPr/>
          </p:nvSpPr>
          <p:spPr bwMode="auto">
            <a:xfrm>
              <a:off x="7477" y="2566"/>
              <a:ext cx="1" cy="77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7" name="Line 13"/>
            <p:cNvSpPr>
              <a:spLocks noChangeShapeType="1"/>
            </p:cNvSpPr>
            <p:nvPr/>
          </p:nvSpPr>
          <p:spPr bwMode="auto">
            <a:xfrm>
              <a:off x="7477" y="4108"/>
              <a:ext cx="1" cy="39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6" name="Line 12"/>
            <p:cNvSpPr>
              <a:spLocks noChangeShapeType="1"/>
            </p:cNvSpPr>
            <p:nvPr/>
          </p:nvSpPr>
          <p:spPr bwMode="auto">
            <a:xfrm flipH="1">
              <a:off x="6127" y="2480"/>
              <a:ext cx="750" cy="30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5" name="Line 11"/>
            <p:cNvSpPr>
              <a:spLocks noChangeShapeType="1"/>
            </p:cNvSpPr>
            <p:nvPr/>
          </p:nvSpPr>
          <p:spPr bwMode="auto">
            <a:xfrm>
              <a:off x="8377" y="2171"/>
              <a:ext cx="7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34" name="AutoShape 10"/>
            <p:cNvSpPr>
              <a:spLocks noChangeArrowheads="1"/>
            </p:cNvSpPr>
            <p:nvPr/>
          </p:nvSpPr>
          <p:spPr bwMode="auto">
            <a:xfrm>
              <a:off x="3577" y="868"/>
              <a:ext cx="450" cy="463"/>
            </a:xfrm>
            <a:prstGeom prst="flowChartConnector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Calibri" pitchFamily="34" charset="0"/>
                  <a:cs typeface="Calibri" pitchFamily="34" charset="0"/>
                </a:rPr>
                <a:t>1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033" name="AutoShape 9"/>
            <p:cNvSpPr>
              <a:spLocks noChangeArrowheads="1"/>
            </p:cNvSpPr>
            <p:nvPr/>
          </p:nvSpPr>
          <p:spPr bwMode="auto">
            <a:xfrm>
              <a:off x="6577" y="1331"/>
              <a:ext cx="450" cy="462"/>
            </a:xfrm>
            <a:prstGeom prst="flowChartConnector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Calibri" pitchFamily="34" charset="0"/>
                  <a:cs typeface="Calibri" pitchFamily="34" charset="0"/>
                </a:rPr>
                <a:t>2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032" name="AutoShape 8"/>
            <p:cNvSpPr>
              <a:spLocks noChangeArrowheads="1"/>
            </p:cNvSpPr>
            <p:nvPr/>
          </p:nvSpPr>
          <p:spPr bwMode="auto">
            <a:xfrm>
              <a:off x="7627" y="2720"/>
              <a:ext cx="450" cy="462"/>
            </a:xfrm>
            <a:prstGeom prst="flowChartConnector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Calibri" pitchFamily="34" charset="0"/>
                  <a:cs typeface="Calibri" pitchFamily="34" charset="0"/>
                </a:rPr>
                <a:t>3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031" name="AutoShape 7"/>
            <p:cNvSpPr>
              <a:spLocks noChangeArrowheads="1"/>
            </p:cNvSpPr>
            <p:nvPr/>
          </p:nvSpPr>
          <p:spPr bwMode="auto">
            <a:xfrm>
              <a:off x="8527" y="1640"/>
              <a:ext cx="450" cy="462"/>
            </a:xfrm>
            <a:prstGeom prst="flowChartConnector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Calibri" pitchFamily="34" charset="0"/>
                  <a:cs typeface="Calibri" pitchFamily="34" charset="0"/>
                </a:rPr>
                <a:t>4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030" name="AutoShape 6"/>
            <p:cNvSpPr>
              <a:spLocks noChangeArrowheads="1"/>
            </p:cNvSpPr>
            <p:nvPr/>
          </p:nvSpPr>
          <p:spPr bwMode="auto">
            <a:xfrm>
              <a:off x="6277" y="2720"/>
              <a:ext cx="450" cy="462"/>
            </a:xfrm>
            <a:prstGeom prst="flowChartConnector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Calibri" pitchFamily="34" charset="0"/>
                  <a:cs typeface="Calibri" pitchFamily="34" charset="0"/>
                </a:rPr>
                <a:t>5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  <p:sp>
          <p:nvSpPr>
            <p:cNvPr id="1029" name="AutoShape 5"/>
            <p:cNvSpPr>
              <a:spLocks noChangeArrowheads="1"/>
            </p:cNvSpPr>
            <p:nvPr/>
          </p:nvSpPr>
          <p:spPr bwMode="auto">
            <a:xfrm>
              <a:off x="3577" y="2257"/>
              <a:ext cx="450" cy="462"/>
            </a:xfrm>
            <a:prstGeom prst="flowChartConnector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Calibri" pitchFamily="34" charset="0"/>
                  <a:cs typeface="Calibri" pitchFamily="34" charset="0"/>
                </a:rPr>
                <a:t>6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endParaRPr>
            </a:p>
          </p:txBody>
        </p:sp>
      </p:grpSp>
      <p:sp>
        <p:nvSpPr>
          <p:cNvPr id="1061" name="AutoShape 37"/>
          <p:cNvSpPr>
            <a:spLocks noChangeArrowheads="1"/>
          </p:cNvSpPr>
          <p:nvPr/>
        </p:nvSpPr>
        <p:spPr bwMode="auto">
          <a:xfrm>
            <a:off x="6400800" y="2667000"/>
            <a:ext cx="914400" cy="1028700"/>
          </a:xfrm>
          <a:prstGeom prst="flowChartMagneticDisk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62" name="AutoShape 38"/>
          <p:cNvSpPr>
            <a:spLocks noChangeArrowheads="1"/>
          </p:cNvSpPr>
          <p:nvPr/>
        </p:nvSpPr>
        <p:spPr bwMode="auto">
          <a:xfrm>
            <a:off x="4724400" y="4953000"/>
            <a:ext cx="914400" cy="1028700"/>
          </a:xfrm>
          <a:prstGeom prst="flowChartMagneticDisk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533400" y="914400"/>
            <a:ext cx="45474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System Architecture Diagram:</a:t>
            </a:r>
            <a:endParaRPr lang="en-US" sz="2800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95600" y="838200"/>
            <a:ext cx="33217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System Requirements</a:t>
            </a:r>
            <a:endParaRPr lang="en-US" sz="2800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1600200"/>
            <a:ext cx="2417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Software Requirements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: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24000" y="2133600"/>
            <a:ext cx="474033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Operating System             : Windows XP</a:t>
            </a:r>
          </a:p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User interface                   : HTML/CSS</a:t>
            </a:r>
          </a:p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Client-side Scripting        : JavaScript</a:t>
            </a:r>
          </a:p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Programming Language  : Java</a:t>
            </a:r>
          </a:p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Web Applications             : JDBC, </a:t>
            </a:r>
            <a:r>
              <a:rPr lang="en-US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Servlets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, JSP</a:t>
            </a:r>
          </a:p>
          <a:p>
            <a:r>
              <a:rPr lang="en-US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DataBase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                  : Oracle 10g</a:t>
            </a:r>
          </a:p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Server Deployment          : Tomcat 5.0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9600" y="4495800"/>
            <a:ext cx="2499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Hardware Requirements: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76400" y="5105400"/>
            <a:ext cx="30405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Processor   :   Pentium IV</a:t>
            </a:r>
          </a:p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Hard disk   :   40GB</a:t>
            </a:r>
          </a:p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RAM          :   512MB or more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6400" y="2057400"/>
            <a:ext cx="5943600" cy="445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685800" y="1371600"/>
            <a:ext cx="5605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1) User  should get registered initially to use this system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914400"/>
            <a:ext cx="3655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Screen Shots Of Farmers buddy: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2057400"/>
            <a:ext cx="5943600" cy="445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838200" y="1371600"/>
            <a:ext cx="46538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2) User should have to login to enter this system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1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1219200"/>
            <a:ext cx="5943600" cy="445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1143000" y="762000"/>
            <a:ext cx="4213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3) The soil information will be entered here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1447800"/>
            <a:ext cx="5943600" cy="445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1371600" y="914400"/>
            <a:ext cx="4547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4) The fertilizer information will be added here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1295400"/>
            <a:ext cx="5943600" cy="445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1143000" y="838200"/>
            <a:ext cx="2956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5) This shows the inbox items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1219200"/>
            <a:ext cx="5943600" cy="445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1295400" y="762000"/>
            <a:ext cx="3822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6) This shows the training request form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9600" y="1371600"/>
            <a:ext cx="11208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Strengths:</a:t>
            </a:r>
          </a:p>
          <a:p>
            <a:pPr marL="342900" indent="-342900"/>
            <a:r>
              <a:rPr lang="en-US" dirty="0" smtClean="0"/>
              <a:t> </a:t>
            </a:r>
          </a:p>
          <a:p>
            <a:pPr marL="342900" indent="-342900"/>
            <a:endParaRPr lang="en-US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838200" y="1905000"/>
            <a:ext cx="785247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</a:rPr>
              <a:t>  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Good look and feel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It provides valuable and valid information regarding soils, crops and fertilizers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Training facilities are also provided for users regarding technologies that can be </a:t>
            </a:r>
          </a:p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used in farming.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The users can also post their queries regarding any of the information that can be</a:t>
            </a:r>
          </a:p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answered by the officers.</a:t>
            </a:r>
          </a:p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0" y="4267200"/>
            <a:ext cx="1166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Weakness:</a:t>
            </a:r>
            <a:endParaRPr lang="en-IN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4724400"/>
            <a:ext cx="35413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 err="1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Doesnot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support local languages.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Not directly useful for farmers </a:t>
            </a:r>
            <a:endParaRPr lang="en-IN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1371600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Conclusion:</a:t>
            </a:r>
            <a:endParaRPr lang="en-US" dirty="0">
              <a:solidFill>
                <a:schemeClr val="accent6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38200" y="2133600"/>
            <a:ext cx="778931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By this project, we provide various information regarding soil, crops, fertilizers</a:t>
            </a:r>
          </a:p>
          <a:p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for farmers and also for the agricultural students.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It also solves various queries posted by the users.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accent6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It makes agriculture more eco-friendly.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792</TotalTime>
  <Words>745</Words>
  <Application>Microsoft Office PowerPoint</Application>
  <PresentationFormat>On-screen Show (4:3)</PresentationFormat>
  <Paragraphs>121</Paragraphs>
  <Slides>19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Flow</vt:lpstr>
      <vt:lpstr>Slide 1</vt:lpstr>
      <vt:lpstr>Slide 2</vt:lpstr>
      <vt:lpstr>Slide 3</vt:lpstr>
      <vt:lpstr>Slide 4</vt:lpstr>
      <vt:lpstr>Slide 5</vt:lpstr>
      <vt:lpstr>Specific Requirements</vt:lpstr>
      <vt:lpstr>Non Functional Requirements:</vt:lpstr>
      <vt:lpstr>    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svec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lab</dc:creator>
  <cp:lastModifiedBy>aravind</cp:lastModifiedBy>
  <cp:revision>82</cp:revision>
  <dcterms:created xsi:type="dcterms:W3CDTF">2010-03-25T04:18:44Z</dcterms:created>
  <dcterms:modified xsi:type="dcterms:W3CDTF">2010-04-12T12:21:12Z</dcterms:modified>
</cp:coreProperties>
</file>